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7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3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5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6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9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9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6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7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8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8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FA901-6C94-417E-B7E8-36FE38C5695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857B6-DEC2-4A92-94AF-2E5E15CF8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act Form Execution Demo _ Week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68275"/>
            <a:ext cx="12192000" cy="652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5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20ES069</dc:creator>
  <cp:lastModifiedBy>20ES069</cp:lastModifiedBy>
  <cp:revision>1</cp:revision>
  <dcterms:created xsi:type="dcterms:W3CDTF">2026-09-14T17:13:06Z</dcterms:created>
  <dcterms:modified xsi:type="dcterms:W3CDTF">2026-09-14T17:13:49Z</dcterms:modified>
</cp:coreProperties>
</file>